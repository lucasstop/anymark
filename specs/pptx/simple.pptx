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2.xml"/><Relationship Id="rId2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s"/>
          <p:cNvSpPr/>
          <p:nvPr>
            <p:ph type="sldImg"/>
          </p:nvPr>
        </p:nvSpPr>
        <p:spPr/>
        <p:txBody>
          <a:bodyPr/>
        </p:txBody>
      </p:sp>
      <p:sp>
        <p:nvSpPr>
          <p:cNvPr id="1" name="s"/>
          <p:cNvSpPr/>
          <p:nvPr>
            <p:ph type="body" idx="1"/>
          </p:nvPr>
        </p:nvSpPr>
        <p:spPr/>
        <p:txBody>
          <a:bodyPr/>
          <a:p>
            <a:r>
              <a:t>Say hello.</a:t>
            </a:r>
          </a:p>
        </p:txBody>
      </p:sp>
      <p:sp>
        <p:nvSpPr>
          <p:cNvPr id="1" name="s"/>
          <p:cNvSpPr/>
          <p:nvPr>
            <p:ph type="sldNum"/>
          </p:nvPr>
        </p:nvSpPr>
        <p:spPr/>
        <p:txBody>
          <a:bodyPr/>
          <a:p>
            <a:r>
              <a:t>2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graphicFrame>
        <p:nvGraphicFramePr>
          <p:cNvPr id="2" name="t"/>
          <p:cNvGraphicFramePr/>
          <p:nvPr/>
        </p:nvGraphicFramePr>
        <a:graphic>
          <a:graphicData>
            <a:tbl>
              <a:tblGrid/>
              <a:tr>
                <a:tc>
                  <a:txBody>
                    <a:bodyPr/>
                    <a:p>
                      <a:r>
                        <a:t>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B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s"/>
          <p:cNvSpPr/>
          <p:nvPr>
            <p:ph type="title"/>
          </p:nvPr>
        </p:nvSpPr>
        <p:spPr/>
        <p:txBody>
          <a:bodyPr/>
          <a:p>
            <a:r>
              <a:t>Welcome</a:t>
            </a:r>
          </a:p>
        </p:txBody>
      </p:sp>
      <p:sp>
        <p:nvSpPr>
          <p:cNvPr id="1" name="s"/>
          <p:cNvSpPr/>
          <p:nvPr>
            <p:ph type="body" idx="1"/>
          </p:nvPr>
        </p:nvSpPr>
        <p:spPr/>
        <p:txBody>
          <a:bodyPr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</p:sld>
</file>